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11101151" r:id="rId3"/>
    <p:sldId id="11101145" r:id="rId5"/>
    <p:sldId id="11101187" r:id="rId6"/>
    <p:sldId id="11101211" r:id="rId7"/>
  </p:sldIdLst>
  <p:sldSz cx="12192000" cy="6858000"/>
  <p:notesSz cx="6797675" cy="992632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f" initials="M" lastIdx="1" clrIdx="0"/>
  <p:cmAuthor id="1" name="陈婷" initials="陈" lastIdx="7" clrIdx="0"/>
  <p:cmAuthor id="2" name="Unicom" initials="U" lastIdx="1" clrIdx="0"/>
  <p:cmAuthor id="3" name="周志浩" initials="Edmond" lastIdx="1" clrIdx="2"/>
  <p:cmAuthor id="4" name="Xing Zhang" initials="XZ" lastIdx="1" clrIdx="3"/>
  <p:cmAuthor id="5" name="Jet 张" initials="J张" lastIdx="1" clrIdx="3"/>
  <p:cmAuthor id="6" name="Administrator" initials="A" lastIdx="1" clrIdx="5"/>
  <p:cmAuthor id="7" name="gd-zengxy10@outlook.com" initials="g" lastIdx="1" clrIdx="6"/>
  <p:cmAuthor id="8" name="AW" initials="A" lastIdx="1" clrIdx="7"/>
  <p:cmAuthor id="9" name="lixr110" initials="l" lastIdx="1" clrIdx="8"/>
  <p:cmAuthor id="10" name="unicom" initials="u" lastIdx="1" clrIdx="9"/>
  <p:cmAuthor id="11" name="A4512" initials="A" lastIdx="1" clrIdx="10"/>
  <p:cmAuthor id="12" name="郭俊明" initials="WU" lastIdx="1" clrIdx="11"/>
  <p:cmAuthor id="13" name="chen trista" initials="ct" lastIdx="1" clrIdx="12"/>
  <p:cmAuthor id="14" name="焦晓风" initials="焦" lastIdx="2" clrIdx="0"/>
  <p:cmAuthor id="15" name="13686" initials="1" lastIdx="1" clrIdx="14"/>
  <p:cmAuthor id="16" name="沈霄雷" initials="沈" lastIdx="833089" clrIdx="0"/>
  <p:cmAuthor id="17" name="健君" initials="健" lastIdx="2" clrIdx="0"/>
  <p:cmAuthor id="18" name="yuxi" initials="y" lastIdx="1" clrIdx="16"/>
  <p:cmAuthor id="19" name="40130" initials="4" lastIdx="1" clrIdx="17"/>
  <p:cmAuthor id="20" name="LENOVO" initials="L" lastIdx="1" clrIdx="18"/>
  <p:cmAuthor id="21" name="魏雅倩" initials="魏" lastIdx="1" clrIdx="20"/>
  <p:cmAuthor id="22" name="郭中梅" initials="郭" lastIdx="3" clrIdx="0"/>
  <p:cmAuthor id="23" name="ASUS" initials="A" lastIdx="1" clrIdx="22"/>
  <p:cmAuthor id="24" name="杨素雯" initials="杨" lastIdx="30" clrIdx="1"/>
  <p:cmAuthor id="25" name="l" initials="l" lastIdx="1" clrIdx="24"/>
  <p:cmAuthor id="26" name="Xin Wang (IB)" initials="X" lastIdx="7" clrIdx="0"/>
  <p:cmAuthor id="27" name="hj" initials="h" lastIdx="2" clrIdx="2"/>
  <p:cmAuthor id="28" name="IKKI" initials="I" lastIdx="1" clrIdx="0"/>
  <p:cmAuthor id="29" name="於宝泉" initials="於" lastIdx="0" clrIdx="2"/>
  <p:cmAuthor id="30" name="10056791" initials="ZTE" lastIdx="1" clrIdx="29"/>
  <p:cmAuthor id="31" name="limy709" initials="l" lastIdx="1" clrIdx="30"/>
  <p:cmAuthor id="32" name="王凯10177225" initials="王凯10177225" lastIdx="2" clrIdx="31"/>
  <p:cmAuthor id="33" name="李金夏" initials="李" lastIdx="1" clrIdx="32"/>
  <p:cmAuthor id="34" name="马媛" initials="马" lastIdx="1" clrIdx="33"/>
  <p:cmAuthor id="35" name="徐芳" initials="徐" lastIdx="1" clrIdx="34"/>
  <p:cmAuthor id="36" name="关全全10258021" initials="关全全10258021" lastIdx="1" clrIdx="36"/>
  <p:cmAuthor id="37" name="黄珂10009187" initials="黄珂10009187" lastIdx="1" clrIdx="37"/>
  <p:cmAuthor id="38" name="赵欣" initials="zx" lastIdx="4" clrIdx="37"/>
  <p:cmAuthor id="39" name="10206899" initials="1" lastIdx="1" clrIdx="38"/>
  <p:cmAuthor id="40" name="10133177" initials="1" lastIdx="1" clrIdx="39"/>
  <p:cmAuthor id="41" name="10072453" initials="1" lastIdx="1" clrIdx="40"/>
  <p:cmAuthor id="42" name="未知的使用者77" initials="" lastIdx="1" clrIdx="0"/>
  <p:cmAuthor id="1061" name="郏鹏" initials="M" lastIdx="0" clrIdx="1060"/>
  <p:cmAuthor id="43" name="未知的使用者92" initials="" lastIdx="1" clrIdx="0"/>
  <p:cmAuthor id="1062" name="杨莉" initials="杨" lastIdx="0" clrIdx="1061"/>
  <p:cmAuthor id="44" name="未知的使用者78" initials="" lastIdx="5" clrIdx="1"/>
  <p:cmAuthor id="1063" name="张少荣" initials="张" lastIdx="0" clrIdx="1062"/>
  <p:cmAuthor id="45" name="10285602" initials="1" lastIdx="1" clrIdx="44"/>
  <p:cmAuthor id="1064" name="Unknown User114" initials="U" lastIdx="0" clrIdx="1063"/>
  <p:cmAuthor id="46" name="未知的使用者79" initials="" lastIdx="0" clrIdx="1"/>
  <p:cmAuthor id="1065" name="马彧婷" initials="马" lastIdx="0" clrIdx="1064"/>
  <p:cmAuthor id="47" name="未知用户107" initials="" lastIdx="1" clrIdx="0"/>
  <p:cmAuthor id="1066" name="未知用户354" initials="未" lastIdx="0" clrIdx="1065"/>
  <p:cmAuthor id="48" name="未知的使用者80" initials="" lastIdx="0" clrIdx="0"/>
  <p:cmAuthor id="1067" name="未知的使用者221" initials="未" lastIdx="0" clrIdx="1066"/>
  <p:cmAuthor id="49" name="未知用户51" initials="" lastIdx="1" clrIdx="1"/>
  <p:cmAuthor id="1068" name="未知用户217" initials="未" lastIdx="0" clrIdx="1067"/>
  <p:cmAuthor id="50" name="未知的使用者82" initials="" lastIdx="1" clrIdx="0"/>
  <p:cmAuthor id="1069" name="lxm" initials="l" lastIdx="0" clrIdx="1068"/>
  <p:cmAuthor id="51" name="Zhao Jing" initials="Z" lastIdx="1" clrIdx="2"/>
  <p:cmAuthor id="1070" name="未知用户231" initials="未" lastIdx="0" clrIdx="1069"/>
  <p:cmAuthor id="52" name="未知的使用者83" initials="" lastIdx="1" clrIdx="0"/>
  <p:cmAuthor id="1071" name="zhouMa" initials="z" lastIdx="0" clrIdx="1070"/>
  <p:cmAuthor id="53" name="未知的使用者118" initials="" lastIdx="1" clrIdx="0"/>
  <p:cmAuthor id="1072" name="杨启明" initials="杨" lastIdx="0" clrIdx="1071"/>
  <p:cmAuthor id="54" name="未知的使用者84" initials="" lastIdx="1" clrIdx="1"/>
  <p:cmAuthor id="1073" name="任灿丽" initials="u" lastIdx="0" clrIdx="1072"/>
  <p:cmAuthor id="55" name="未知的使用者70" initials="" lastIdx="1" clrIdx="0"/>
  <p:cmAuthor id="1074" name="未知用户118" initials="未" lastIdx="0" clrIdx="1073"/>
  <p:cmAuthor id="56" name="未知的使用者85" initials="" lastIdx="1" clrIdx="0"/>
  <p:cmAuthor id="1075" name="user" initials="u" lastIdx="0" clrIdx="1074"/>
  <p:cmAuthor id="57" name="未知的使用者40" initials="" lastIdx="1" clrIdx="0"/>
  <p:cmAuthor id="1076" name="Miao" initials="M" lastIdx="0" clrIdx="1075"/>
  <p:cmAuthor id="58" name="未知的使用者87" initials="" lastIdx="1" clrIdx="0"/>
  <p:cmAuthor id="1077" name="未知用户490" initials="未" lastIdx="0" clrIdx="1076"/>
  <p:cmAuthor id="59" name="曾红" initials="" lastIdx="0" clrIdx="0"/>
  <p:cmAuthor id="1078" name="未知用户477" initials="未" lastIdx="0" clrIdx="1077"/>
  <p:cmAuthor id="60" name="未知的使用者90" initials="" lastIdx="8" clrIdx="0"/>
  <p:cmAuthor id="1079" name="张竞" initials="张" lastIdx="0" clrIdx="1078"/>
  <p:cmAuthor id="342607221" name="Cushion" initials="C" lastIdx="1" clrIdx="323"/>
  <p:cmAuthor id="61" name="未知的使用者29" initials="" lastIdx="1" clrIdx="0"/>
  <p:cmAuthor id="1080" name="魏天伟" initials="魏" lastIdx="0" clrIdx="1079"/>
  <p:cmAuthor id="62" name="未知的使用者91" initials="" lastIdx="1" clrIdx="0"/>
  <p:cmAuthor id="1081" name="guojingwen1" initials="g" lastIdx="0" clrIdx="1080"/>
  <p:cmAuthor id="63" name="未知的使用者98" initials="" lastIdx="1" clrIdx="0"/>
  <p:cmAuthor id="1082" name="sunzj50" initials="s" lastIdx="0" clrIdx="1081"/>
  <p:cmAuthor id="64" name="CHRISYU" initials="" lastIdx="1" clrIdx="0"/>
  <p:cmAuthor id="1083" name="邢绍文" initials="邢" lastIdx="0" clrIdx="1082"/>
  <p:cmAuthor id="65" name="未知的使用者113" initials="" lastIdx="1" clrIdx="2"/>
  <p:cmAuthor id="1084" name="shq316" initials="s" lastIdx="0" clrIdx="1083"/>
  <p:cmAuthor id="66" name="liucunri" initials="" lastIdx="1" clrIdx="0"/>
  <p:cmAuthor id="1085" name="shq316@vod365.com" initials="s" lastIdx="0" clrIdx="1084"/>
  <p:cmAuthor id="67" name="未知用户9" initials="" lastIdx="1" clrIdx="0"/>
  <p:cmAuthor id="1086" name="冯芳" initials="冯" lastIdx="0" clrIdx="1085"/>
  <p:cmAuthor id="68" name="Unknown User48" initials="" lastIdx="8" clrIdx="0"/>
  <p:cmAuthor id="1087" name="yangqd3" initials="y" lastIdx="0" clrIdx="1086"/>
  <p:cmAuthor id="69" name="未知用户103" initials="" lastIdx="1" clrIdx="0"/>
  <p:cmAuthor id="1088" name="郝超仁" initials="郝" lastIdx="0" clrIdx="1087"/>
  <p:cmAuthor id="70" name="Unknown User52" initials="" lastIdx="1" clrIdx="0"/>
  <p:cmAuthor id="1089" name="longyamei-1" initials="l" lastIdx="0" clrIdx="1088"/>
  <p:cmAuthor id="71" name="未知的使用者42" initials="" lastIdx="1" clrIdx="0"/>
  <p:cmAuthor id="1090" name="未知的使用者158" initials="未" lastIdx="0" clrIdx="1089"/>
  <p:cmAuthor id="72" name="Unknown User50" initials="" lastIdx="1" clrIdx="0"/>
  <p:cmAuthor id="1091" name="shi jinuyu" initials="sj" lastIdx="0" clrIdx="1090"/>
  <p:cmAuthor id="73" name="未知的使用者120" initials="" lastIdx="1" clrIdx="0"/>
  <p:cmAuthor id="1092" name="未知用户137" initials="未" lastIdx="0" clrIdx="1091"/>
  <p:cmAuthor id="74" name="px" initials="" lastIdx="3" clrIdx="1"/>
  <p:cmAuthor id="1093" name="周辉" initials="周" lastIdx="0" clrIdx="1092"/>
  <p:cmAuthor id="75" name="作者" initials="A" lastIdx="0" clrIdx="24"/>
  <p:cmAuthor id="1094" name="wlj352" initials="w" lastIdx="0" clrIdx="1093"/>
  <p:cmAuthor id="76" name="康孟海" initials="kangmh6" lastIdx="1" clrIdx="34"/>
  <p:cmAuthor id="1095" name="天山老幺" initials="天" lastIdx="0" clrIdx="1094"/>
  <p:cmAuthor id="77" name="邵丹(联通上海市上海市分公司)" initials="邵丹(联通上海市上海市分公司)" lastIdx="1" clrIdx="26"/>
  <p:cmAuthor id="1096" name="wuyh501" initials="w" lastIdx="0" clrIdx="1095"/>
  <p:cmAuthor id="286069042" name="文文" initials="文" lastIdx="1" clrIdx="89"/>
  <p:cmAuthor id="78" name="Lina Hang(联通上海市上海市分公司)" initials="LH" lastIdx="2" clrIdx="27"/>
  <p:cmAuthor id="1097" name="lit53" initials="l" lastIdx="0" clrIdx="1096"/>
  <p:cmAuthor id="79" name="微软用户" initials="" lastIdx="1" clrIdx="0"/>
  <p:cmAuthor id="1098" name="张心怡" initials="张" lastIdx="0" clrIdx="1097"/>
  <p:cmAuthor id="80" name="未知的使用者73" initials="" lastIdx="1" clrIdx="0"/>
  <p:cmAuthor id="1099" name="李林林" initials="李" lastIdx="0" clrIdx="1098"/>
  <p:cmAuthor id="81" name="未知的使用者24" initials="" lastIdx="8" clrIdx="0"/>
  <p:cmAuthor id="1100" name="李 奕霖" initials="李" lastIdx="0" clrIdx="1099"/>
  <p:cmAuthor id="82" name="未知用户16" initials="" lastIdx="1" clrIdx="0"/>
  <p:cmAuthor id="1101" name="36068" initials="3" lastIdx="0" clrIdx="1100"/>
  <p:cmAuthor id="83" name="Mary Feil-Jacobs" initials="" lastIdx="43" clrIdx="1"/>
  <p:cmAuthor id="1102" name="49105" initials="4" lastIdx="0" clrIdx="1101"/>
  <p:cmAuthor id="84" name="LiuHui" initials="" lastIdx="1" clrIdx="0"/>
  <p:cmAuthor id="1103" name="赵丽丽" initials="赵" lastIdx="0" clrIdx="1102"/>
  <p:cmAuthor id="85" name="未知的使用者45" initials="" lastIdx="1" clrIdx="0"/>
  <p:cmAuthor id="1104" name="00026028" initials="0" lastIdx="0" clrIdx="1103"/>
  <p:cmAuthor id="86" name="王鹏凯" initials="" lastIdx="1" clrIdx="0"/>
  <p:cmAuthor id="1105" name="未知用户146" initials="未" lastIdx="0" clrIdx="1104"/>
  <p:cmAuthor id="462199125" name="一花一世界" initials="一" lastIdx="1" clrIdx="663"/>
  <p:cmAuthor id="87" name="未知用户104" initials="" lastIdx="1" clrIdx="0"/>
  <p:cmAuthor id="1106" name="未知的使用者89" initials="未" lastIdx="0" clrIdx="1105"/>
  <p:cmAuthor id="88" name="未知用户5" initials="" lastIdx="1" clrIdx="0"/>
  <p:cmAuthor id="1107" name="zdl" initials="z" lastIdx="0" clrIdx="1106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233746470" name="大攀" initials="大" lastIdx="1" clrIdx="661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张妍" initials="张" lastIdx="5" clrIdx="0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73508789" name="杨哈哈" initials="杨" lastIdx="2" clrIdx="809"/>
  <p:cmAuthor id="144" name="yuanzh" initials="" lastIdx="1" clrIdx="1"/>
  <p:cmAuthor id="1473508790" name="磊 陈" initials="磊陈" lastIdx="1" clrIdx="977340791"/>
  <p:cmAuthor id="145" name="不明使用者57" initials="" lastIdx="1" clrIdx="0"/>
  <p:cmAuthor id="1473508791" name="Renoir" initials="R" lastIdx="2" clrIdx="147350879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870434041" name="讀 書" initials="讀" lastIdx="1" clrIdx="663"/>
  <p:cmAuthor id="166" name="未知用户47" initials="" lastIdx="6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潘 晨" initials="潘" lastIdx="2" clrIdx="18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352329618" name="billow.jen" initials="b" lastIdx="1" clrIdx="837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徐 正国" initials="徐" lastIdx="1" clrIdx="45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alpha" initials="a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27559214" name="文斌" initials="文" lastIdx="6" clrIdx="350"/>
  <p:cmAuthor id="211" name="未知的使用者136" initials="未" lastIdx="1" clrIdx="0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云峰 贾" initials="云" lastIdx="2" clrIdx="0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樊革霞" initials="樊" lastIdx="56" clrIdx="0"/>
  <p:cmAuthor id="230" name="未知的使用者32" initials="" lastIdx="1" clrIdx="0"/>
  <p:cmAuthor id="231" name="未知的使用者49" initials="" lastIdx="1" clrIdx="0"/>
  <p:cmAuthor id="523898702" name="谢海明" initials="谢" lastIdx="1" clrIdx="672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1157322355" name="fish" initials="f" lastIdx="1" clrIdx="827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776829870" name="WPS_1580452479" initials="W" lastIdx="2" clrIdx="122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崔彤欣" initials="崔" lastIdx="1" clrIdx="321"/>
  <p:cmAuthor id="323" name="94895" initials="9" lastIdx="1" clrIdx="322"/>
  <p:cmAuthor id="324" name="dings5" initials="d" lastIdx="2" clrIdx="323"/>
  <p:cmAuthor id="325" name="sunyi1" initials="s" lastIdx="1" clrIdx="324"/>
  <p:cmAuthor id="326" name="马安娜" initials="马" lastIdx="2" clrIdx="325"/>
  <p:cmAuthor id="327" name="甄真" initials="甄" lastIdx="2" clrIdx="326"/>
  <p:cmAuthor id="328" name="anima" initials="a" lastIdx="1" clrIdx="327"/>
  <p:cmAuthor id="329" name="chenting" initials="CT" lastIdx="2" clrIdx="328"/>
  <p:cmAuthor id="330" name="admin" initials="a" lastIdx="2" clrIdx="329"/>
  <p:cmAuthor id="331" name="liutAO" initials="l" lastIdx="1" clrIdx="330"/>
  <p:cmAuthor id="332" name="sammiyacho" initials="s" lastIdx="4" clrIdx="331"/>
  <p:cmAuthor id="333" name="汪亦超" initials="汪" lastIdx="1" clrIdx="332"/>
  <p:cmAuthor id="334" name="lll" initials="l" lastIdx="1" clrIdx="333"/>
  <p:cmAuthor id="335" name="未知用户189" initials="未" lastIdx="2" clrIdx="0"/>
  <p:cmAuthor id="336" name="王一哲" initials="wyz" lastIdx="1" clrIdx="335"/>
  <p:cmAuthor id="337" name="raymond luan" initials="r" lastIdx="0" clrIdx="0"/>
  <p:cmAuthor id="338" name="李庆" initials="李" lastIdx="1" clrIdx="337"/>
  <p:cmAuthor id="339" name="赵刚" initials="赵" lastIdx="1" clrIdx="325"/>
  <p:cmAuthor id="340" name="hqm-liuwp19" initials="h" lastIdx="1" clrIdx="339"/>
  <p:cmAuthor id="341" name="mu zi" initials="m" lastIdx="6" clrIdx="22"/>
  <p:cmAuthor id="342" name="李 剑峰" initials="李" lastIdx="5" clrIdx="23"/>
  <p:cmAuthor id="343" name="娜娅" initials="娜" lastIdx="2" clrIdx="342"/>
  <p:cmAuthor id="344" name="武晓红" initials="武" lastIdx="1" clrIdx="343"/>
  <p:cmAuthor id="345" name="仝德志" initials="仝" lastIdx="1" clrIdx="0"/>
  <p:cmAuthor id="346" name="PC" initials="P" lastIdx="4" clrIdx="0"/>
  <p:cmAuthor id="347" name="冼沛" initials="冼" lastIdx="1" clrIdx="346"/>
  <p:cmAuthor id="348" name="未知的使用者169" initials="未" lastIdx="1" clrIdx="0"/>
  <p:cmAuthor id="349" name="未知的使用者183" initials="未" lastIdx="5" clrIdx="1"/>
  <p:cmAuthor id="350" name="未知的使用者182" initials="未" lastIdx="1" clrIdx="1"/>
  <p:cmAuthor id="351" name="未知的使用者173" initials="未" lastIdx="1" clrIdx="0"/>
  <p:cmAuthor id="352" name="未知的使用者161" initials="未" lastIdx="1" clrIdx="0"/>
  <p:cmAuthor id="353" name="封殊龙" initials="封" lastIdx="2" clrIdx="352"/>
  <p:cmAuthor id="354" name="未知的使用者162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287643681" name="殷格非" initials="殷" lastIdx="2" clrIdx="0"/>
  <p:cmAuthor id="361" name="未知的使用者187" initials="未" lastIdx="1" clrIdx="0"/>
  <p:cmAuthor id="287643682" name="z r" initials="zr" lastIdx="5" clrIdx="12"/>
  <p:cmAuthor id="362" name="未知的使用者178" initials="未" lastIdx="1" clrIdx="0"/>
  <p:cmAuthor id="287643683" name="8310" initials="8" lastIdx="1" clrIdx="35"/>
  <p:cmAuthor id="363" name="未知的使用者179" initials="未" lastIdx="1" clrIdx="0"/>
  <p:cmAuthor id="287643684" name="Aqf" initials="A" lastIdx="1" clrIdx="36"/>
  <p:cmAuthor id="364" name="未知的使用者180" initials="未" lastIdx="2" clrIdx="0"/>
  <p:cmAuthor id="287643685" name="13709759491@139.com" initials="1" lastIdx="1" clrIdx="49"/>
  <p:cmAuthor id="365" name="未知的使用者181" initials="未" lastIdx="7" clrIdx="1"/>
  <p:cmAuthor id="287643686" name="夜尽迟渊_UrQfrmQZ" initials="authorId_501680251" lastIdx="0" clrIdx="0"/>
  <p:cmAuthor id="366" name="未知的使用者170" initials="未" lastIdx="43" clrIdx="1"/>
  <p:cmAuthor id="287643687" name="王丰_aE3uARfm" initials="authorId_383357774" lastIdx="0" clrIdx="0"/>
  <p:cmAuthor id="367" name="陈宇丰" initials="陈" lastIdx="1" clrIdx="366"/>
  <p:cmAuthor id="287643688" name="方少_UbQfrimU" initials="authorId_442114952" lastIdx="0" clrIdx="0"/>
  <p:cmAuthor id="368" name="宁文文" initials="宁" lastIdx="1" clrIdx="367"/>
  <p:cmAuthor id="287643689" name="叶盛_Q3A3IfEf" initials="authorId_506280334" lastIdx="0" clrIdx="0"/>
  <p:cmAuthor id="369" name="未知的使用者141" initials="未" lastIdx="8" clrIdx="0"/>
  <p:cmAuthor id="287643690" name="Harley._bEJrUJ7r" initials="authorId_432156705" lastIdx="0" clrIdx="0"/>
  <p:cmAuthor id="370" name="未知的使用者142" initials="未" lastIdx="1" clrIdx="0"/>
  <p:cmAuthor id="287643691" name="罗平_VB7vJb2E" initials="authorId_305049361" lastIdx="0" clrIdx="0"/>
  <p:cmAuthor id="371" name="未知的使用者143" initials="未" lastIdx="1" clrIdx="0"/>
  <p:cmAuthor id="287643692" name="xixi_nUjqe22E" initials="authorId_359229261" lastIdx="0" clrIdx="0"/>
  <p:cmAuthor id="372" name="未知的使用者144" initials="未" lastIdx="1" clrIdx="0"/>
  <p:cmAuthor id="393192732" name="晴朗天空" initials="晴" lastIdx="6" clrIdx="822"/>
  <p:cmAuthor id="373" name="未知的使用者145" initials="未" lastIdx="1" clrIdx="0"/>
  <p:cmAuthor id="287643693" name="安安_zm6nYnYZ" initials="authorId_347340296" lastIdx="0" clrIdx="0"/>
  <p:cmAuthor id="287643694" name="nature_emInFJF7" initials="authorId_313163542" lastIdx="0" clrIdx="0"/>
  <p:cmAuthor id="374" name="未知的使用者146" initials="未" lastIdx="1" clrIdx="0"/>
  <p:cmAuthor id="287643695" name="杨思思_VNjyvY7j" initials="authorId_430925712" lastIdx="0" clrIdx="0"/>
  <p:cmAuthor id="375" name="未知的使用者147" initials="未" lastIdx="1" clrIdx="0"/>
  <p:cmAuthor id="287643696" name="周君_MfIffYra" initials="authorId_375419134" lastIdx="0" clrIdx="0"/>
  <p:cmAuthor id="376" name="未知的使用者148" initials="未" lastIdx="8" clrIdx="0"/>
  <p:cmAuthor id="377" name="未知的使用者149" initials="未" lastIdx="8" clrIdx="0"/>
  <p:cmAuthor id="378" name="未知用户86" initials="未" lastIdx="1" clrIdx="0"/>
  <p:cmAuthor id="379" name="刘云轩" initials="刘" lastIdx="1" clrIdx="0"/>
  <p:cmAuthor id="380" name="sharon" initials="s" lastIdx="1" clrIdx="84"/>
  <p:cmAuthor id="381" name="未知用户131" initials="未" lastIdx="1" clrIdx="2"/>
  <p:cmAuthor id="382" name="孔祥云" initials="孔" lastIdx="4" clrIdx="381"/>
  <p:cmAuthor id="383" name="未知的使用者194" initials="未" lastIdx="1" clrIdx="0"/>
  <p:cmAuthor id="384" name="未知用户134" initials="未" lastIdx="10" clrIdx="0"/>
  <p:cmAuthor id="385" name="未知用户135" initials="未" lastIdx="1" clrIdx="0"/>
  <p:cmAuthor id="386" name="10191815" initials="1" lastIdx="1" clrIdx="385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83159678" name="FAN" initials="F" lastIdx="555744" clrIdx="0"/>
  <p:cmAuthor id="393" name="未知的使用者195" initials="未" lastIdx="1" clrIdx="1"/>
  <p:cmAuthor id="383159679" name="sunaoran" initials="s" lastIdx="2" clrIdx="3"/>
  <p:cmAuthor id="394" name="罗玉碧" initials="罗" lastIdx="10" clrIdx="393"/>
  <p:cmAuthor id="395" name="未知的使用者196" initials="未" lastIdx="1" clrIdx="0"/>
  <p:cmAuthor id="396" name="未知的使用者222" initials="" lastIdx="5" clrIdx="1"/>
  <p:cmAuthor id="397" name="未知的使用者203" initials="未" lastIdx="1" clrIdx="0"/>
  <p:cmAuthor id="394525608" name="仇怿俊" initials="仇" lastIdx="0" clrIdx="0"/>
  <p:cmAuthor id="398" name="未知的使用者204" initials="未" lastIdx="1" clrIdx="0"/>
  <p:cmAuthor id="394525609" name="Xiaosu Wang" initials="XW" lastIdx="1" clrIdx="24"/>
  <p:cmAuthor id="399" name="未知的使用者225" initials="" lastIdx="1" clrIdx="0"/>
  <p:cmAuthor id="394525610" name="yin gang" initials="yg" lastIdx="1" clrIdx="37"/>
  <p:cmAuthor id="400" name="10208146" initials="1" lastIdx="3" clrIdx="399"/>
  <p:cmAuthor id="394525611" name="Wenjing zhou" initials="Wz" lastIdx="1" clrIdx="46"/>
  <p:cmAuthor id="401" name="Unknown User24" initials="U" lastIdx="1" clrIdx="0"/>
  <p:cmAuthor id="394525612" name="zheng kedan" initials="zk" lastIdx="1" clrIdx="41"/>
  <p:cmAuthor id="402" name="未知用户133" initials="未" lastIdx="1" clrIdx="0"/>
  <p:cmAuthor id="394525613" name="刘莎_Rnie2Mv6" initials="authorId_1390812686" lastIdx="0" clrIdx="0"/>
  <p:cmAuthor id="394525614" name="董耘_um22zMFb" initials="authorId_1461203234" lastIdx="0" clrIdx="0"/>
  <p:cmAuthor id="404" name="00103907" initials="0" lastIdx="1" clrIdx="403"/>
  <p:cmAuthor id="394525615" name="廖一明" initials="廖一明" lastIdx="1" clrIdx="236"/>
  <p:cmAuthor id="405" name="chenh" initials="" lastIdx="1" clrIdx="331"/>
  <p:cmAuthor id="406" name="10156743" initials="1" lastIdx="1" clrIdx="405"/>
  <p:cmAuthor id="407" name="Arno.Du(杜明星)" initials="A" lastIdx="0" clrIdx="0"/>
  <p:cmAuthor id="408" name="张文栓" initials="1" lastIdx="1" clrIdx="407"/>
  <p:cmAuthor id="409" name="zhangbin" initials="z" lastIdx="6" clrIdx="0"/>
  <p:cmAuthor id="410" name="未知的使用者232" initials="" lastIdx="8" clrIdx="0"/>
  <p:cmAuthor id="411" name="未知用户95" initials="未" lastIdx="1" clrIdx="0"/>
  <p:cmAuthor id="412" name="未知用户330" initials="未" lastIdx="5" clrIdx="0"/>
  <p:cmAuthor id="413" name="Unknown User111" initials="U" lastIdx="1" clrIdx="0"/>
  <p:cmAuthor id="414" name="未知用户177" initials="未" lastIdx="2" clrIdx="0"/>
  <p:cmAuthor id="415" name="未知用户184" initials="未" lastIdx="1" clrIdx="1"/>
  <p:cmAuthor id="416" name="Evonlin" initials="E" lastIdx="2" clrIdx="2"/>
  <p:cmAuthor id="587750445" name="Julia Jia" initials="J" lastIdx="1" clrIdx="823"/>
  <p:cmAuthor id="417" name="Unknown User23" initials="U" lastIdx="1" clrIdx="0"/>
  <p:cmAuthor id="418" name="未知用户181" initials="未" lastIdx="2" clrIdx="0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Kent" initials="K" lastIdx="2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49" name="未知的使用者166" initials="未" lastIdx="8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59" name="未知用户143" initials="未" lastIdx="1" clrIdx="0"/>
  <p:cmAuthor id="460" name="未知用户144" initials="未" lastIdx="1" clrIdx="0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65" name="未知用户157" initials="未" lastIdx="8" clrIdx="0"/>
  <p:cmAuthor id="466" name="未知用户158" initials="未" lastIdx="2" clrIdx="0"/>
  <p:cmAuthor id="467" name="未知用户159" initials="未" lastIdx="1" clrIdx="0"/>
  <p:cmAuthor id="468" name="未知用户160" initials="未" lastIdx="2" clrIdx="0"/>
  <p:cmAuthor id="469" name="未知用户168" initials="未" lastIdx="1" clrIdx="0"/>
  <p:cmAuthor id="470" name="順天" initials="順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5" name="未知用户46" initials="未" lastIdx="10" clrIdx="0"/>
  <p:cmAuthor id="476" name="Unknown User27" initials="U" lastIdx="1" clrIdx="0"/>
  <p:cmAuthor id="477" name="Unknown User11" initials="U" lastIdx="0" clrIdx="1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486" name="未知的使用者190" initials="未" lastIdx="1" clrIdx="1"/>
  <p:cmAuthor id="487" name="未知的使用者191" initials="未" lastIdx="1" clrIdx="0"/>
  <p:cmAuthor id="488" name="未知的使用者192" initials="未" lastIdx="1" clrIdx="0"/>
  <p:cmAuthor id="489" name="未知的使用者193" initials="未" lastIdx="2" clrIdx="0"/>
  <p:cmAuthor id="490" name="未知的使用者209" initials="未" lastIdx="8" clrIdx="0"/>
  <p:cmAuthor id="491" name="未知的使用者210" initials="未" lastIdx="1" clrIdx="0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1036066707" name="陈双华" initials="陈" lastIdx="1" clrIdx="852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792137479" name="yan冰" initials="y" lastIdx="1" clrIdx="677"/>
  <p:cmAuthor id="507" name="未知的使用者130" initials="未" lastIdx="8" clrIdx="0"/>
  <p:cmAuthor id="508" name="未知的使用者131" initials="未" lastIdx="2" clrIdx="0"/>
  <p:cmAuthor id="509" name="未知的使用者132" initials="未" lastIdx="8" clrIdx="0"/>
  <p:cmAuthor id="510" name="未知的使用者164" initials="未" lastIdx="8" clrIdx="0"/>
  <p:cmAuthor id="511" name="未知的使用者172" initials="未" lastIdx="1" clrIdx="0"/>
  <p:cmAuthor id="1411827" name="黄晓平" initials="黄" lastIdx="0" clrIdx="0"/>
  <p:cmAuthor id="512" name="未知的使用者174" initials="未" lastIdx="1" clrIdx="0"/>
  <p:cmAuthor id="1411828" name="徐琳00159163" initials="徐琳00159163" lastIdx="1" clrIdx="37"/>
  <p:cmAuthor id="381437688" name="谢学斌" initials="谢" lastIdx="0" clrIdx="0"/>
  <p:cmAuthor id="513" name="未知的使用者247" initials="未" lastIdx="6" clrIdx="0"/>
  <p:cmAuthor id="1411829" name="任涛10036216" initials="任涛10036216" lastIdx="1" clrIdx="41"/>
  <p:cmAuthor id="514" name="未知的使用者249" initials="未" lastIdx="43" clrIdx="1"/>
  <p:cmAuthor id="1411830" name="唐 赛" initials="唐" lastIdx="1" clrIdx="45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426796441" name="段甜甜" initials="段" lastIdx="1" clrIdx="874"/>
  <p:cmAuthor id="520" name="未知的使用者253" initials="未" lastIdx="1" clrIdx="0"/>
  <p:cmAuthor id="191251536" name="张钰" initials="张" lastIdx="1" clrIdx="25"/>
  <p:cmAuthor id="521" name="未知的使用者254" initials="未" lastIdx="1" clrIdx="0"/>
  <p:cmAuthor id="191251537" name="郭 浩" initials="郭" lastIdx="2" clrIdx="25"/>
  <p:cmAuthor id="522" name="未知的使用者255" initials="未" lastIdx="1" clrIdx="0"/>
  <p:cmAuthor id="191251538" name="DELL" initials="D" lastIdx="1" clrIdx="26"/>
  <p:cmAuthor id="523" name="未知的使用者226" initials="未" lastIdx="8" clrIdx="0"/>
  <p:cmAuthor id="191251539" name="席琛" initials="" lastIdx="0" clrIdx="58"/>
  <p:cmAuthor id="524" name="未知的使用者227" initials="未" lastIdx="2" clrIdx="0"/>
  <p:cmAuthor id="191251540" name="韩剑侠" initials="P" lastIdx="1" clrIdx="41"/>
  <p:cmAuthor id="525" name="未知的使用者270" initials="未" lastIdx="1" clrIdx="0"/>
  <p:cmAuthor id="191251541" name="sjzx" initials="s" lastIdx="1" clrIdx="25"/>
  <p:cmAuthor id="526" name="未知的使用者228" initials="未" lastIdx="8" clrIdx="0"/>
  <p:cmAuthor id="191251542" name="yang.yuan" initials="y" lastIdx="0" clrIdx="17"/>
  <p:cmAuthor id="527" name="未知的使用者229" initials="未" lastIdx="8" clrIdx="0"/>
  <p:cmAuthor id="191251543" name="王娟" initials="1" lastIdx="1" clrIdx="31"/>
  <p:cmAuthor id="528" name="未知的使用者230" initials="未" lastIdx="1" clrIdx="0"/>
  <p:cmAuthor id="191251544" name="zh" initials="z" lastIdx="5" clrIdx="33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708433798" name="jialuo" initials="j" lastIdx="0" clrIdx="0"/>
  <p:cmAuthor id="543" name="未知的使用者258" initials="未" lastIdx="8" clrIdx="0"/>
  <p:cmAuthor id="708433799" name="程奥林" initials="程" lastIdx="1" clrIdx="708433798"/>
  <p:cmAuthor id="544" name="未知的使用者259" initials="未" lastIdx="1" clrIdx="0"/>
  <p:cmAuthor id="708433800" name="朱宁" initials="朱" lastIdx="1" clrIdx="708433799"/>
  <p:cmAuthor id="545" name="未知的使用者260" initials="未" lastIdx="1" clrIdx="0"/>
  <p:cmAuthor id="708433801" name="Liangdp" initials="L" lastIdx="1" clrIdx="708433800"/>
  <p:cmAuthor id="546" name="未知的使用者261" initials="未" lastIdx="11" clrIdx="0"/>
  <p:cmAuthor id="708433802" name="张平" initials="张" lastIdx="1" clrIdx="708433801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Xia Ting" initials="X" lastIdx="1" clrIdx="0"/>
  <p:cmAuthor id="8535702" name="曾蓓/贝贝" initials="曾" lastIdx="0" clrIdx="0"/>
  <p:cmAuthor id="558" name="未知用户180" initials="未" lastIdx="8" clrIdx="0"/>
  <p:cmAuthor id="559" name="不明使用者54" initials="不" lastIdx="1" clrIdx="1"/>
  <p:cmAuthor id="475196944" name="姚琳" initials="姚" lastIdx="1133934" clrIdx="0"/>
  <p:cmAuthor id="560" name="未知用户188" initials="未" lastIdx="1" clrIdx="0"/>
  <p:cmAuthor id="475196945" name="chen" initials="c" lastIdx="1" clrIdx="2"/>
  <p:cmAuthor id="561" name="未知用户94" initials="未" lastIdx="0" clrIdx="0"/>
  <p:cmAuthor id="475196946" name="王 成岩" initials="王" lastIdx="1" clrIdx="23"/>
  <p:cmAuthor id="562" name="未知用户321" initials="未" lastIdx="1" clrIdx="0"/>
  <p:cmAuthor id="475196947" name="陶夏溦" initials="陶夏溦" lastIdx="1" clrIdx="46"/>
  <p:cmAuthor id="564" name="未知用户319" initials="未" lastIdx="1" clrIdx="0"/>
  <p:cmAuthor id="565" name="未知用户222" initials="未" lastIdx="1" clrIdx="0"/>
  <p:cmAuthor id="566" name="未知用户87" initials="未" lastIdx="1" clrIdx="0"/>
  <p:cmAuthor id="977340790" name="Mmm" initials="M" lastIdx="22" clrIdx="853"/>
  <p:cmAuthor id="567" name="未知用户88" initials="未" lastIdx="1" clrIdx="0"/>
  <p:cmAuthor id="977340791" name="成思远" initials="成" lastIdx="1" clrIdx="977340790"/>
  <p:cmAuthor id="568" name="未知用户89" initials="未" lastIdx="1" clrIdx="0"/>
  <p:cmAuthor id="569" name="未知用户215" initials="未" lastIdx="1" clrIdx="0"/>
  <p:cmAuthor id="570" name="未知用户110" initials="未" lastIdx="1" clrIdx="0"/>
  <p:cmAuthor id="571" name="未知用户121" initials="未" lastIdx="1" clrIdx="1"/>
  <p:cmAuthor id="572" name="未知用户234" initials="未" lastIdx="7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2" name="未知用户303" initials="未" lastIdx="1" clrIdx="0"/>
  <p:cmAuthor id="583" name="78234500@qq.com" initials="7" lastIdx="1" clrIdx="0"/>
  <p:cmAuthor id="584" name="刘雨润" initials="刘" lastIdx="1" clrIdx="583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6" name="Microsoft Office User" initials="M" lastIdx="2" clrIdx="86"/>
  <p:cmAuthor id="597" name="未知用户256" initials="未" lastIdx="1" clrIdx="0"/>
  <p:cmAuthor id="598" name="未知的使用者139" initials="未" lastIdx="1" clrIdx="0"/>
  <p:cmAuthor id="1152387699" name="子小T光军" initials="子" lastIdx="1" clrIdx="648"/>
  <p:cmAuthor id="599" name="未知用户258" initials="未" lastIdx="8" clrIdx="0"/>
  <p:cmAuthor id="601" name="未知用户233" initials="未" lastIdx="1" clrIdx="0"/>
  <p:cmAuthor id="602" name="未知用户229" initials="未" lastIdx="0" clrIdx="0"/>
  <p:cmAuthor id="603" name="boyen" initials="b" lastIdx="1" clrIdx="602"/>
  <p:cmAuthor id="604" name="未知的使用者140" initials="未" lastIdx="1" clrIdx="1"/>
  <p:cmAuthor id="605" name="yudi lin" initials="y" lastIdx="0" clrIdx="0"/>
  <p:cmAuthor id="606" name="JeremyBai" initials="J" lastIdx="1" clrIdx="605"/>
  <p:cmAuthor id="607" name="未知用户238" initials="未" lastIdx="1" clrIdx="21"/>
  <p:cmAuthor id="608" name="49554261@qq.com" initials="4" lastIdx="2" clrIdx="2"/>
  <p:cmAuthor id="609" name="进 揭" initials="进" lastIdx="1" clrIdx="87"/>
  <p:cmAuthor id="611" name="未知用户313" initials="未" lastIdx="2" clrIdx="0"/>
  <p:cmAuthor id="1459057800" name="丰先生" initials="丰" lastIdx="1" clrIdx="674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200109804" name="糕酥...●—●" initials="糕" lastIdx="2" clrIdx="367"/>
  <p:cmAuthor id="623" name="jian Ray" initials="j" lastIdx="1" clrIdx="50"/>
  <p:cmAuthor id="624" name="赵 璐" initials="赵" lastIdx="4" clrIdx="0"/>
  <p:cmAuthor id="625" name="Microsoft Office 用户" initials="M" lastIdx="25" clrIdx="3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1" name="lenovo" initials="l" lastIdx="1" clrIdx="630"/>
  <p:cmAuthor id="632" name="林志强" initials="林" lastIdx="1" clrIdx="631"/>
  <p:cmAuthor id="633" name="Carol Kelly" initials="C" lastIdx="1" clrIdx="0"/>
  <p:cmAuthor id="634" name="马月" initials="马" lastIdx="1" clrIdx="633"/>
  <p:cmAuthor id="635" name="李苏薇" initials="李" lastIdx="1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448587879" name="QMY" initials="Q" lastIdx="5" clrIdx="39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姚翔" initials="姚" lastIdx="1" clrIdx="647"/>
  <p:cmAuthor id="649" name="不明使用者4" initials="不" lastIdx="1" clrIdx="0"/>
  <p:cmAuthor id="650" name="不明使用者6" initials="不" lastIdx="1" clrIdx="0"/>
  <p:cmAuthor id="1149033203" name="小皮蛋" initials="小" lastIdx="1" clrIdx="661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63173" initials="6" lastIdx="1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Wanghy" initials="W" lastIdx="3" clrIdx="665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1121787201" name="新泉" initials="新" lastIdx="2" clrIdx="677"/>
  <p:cmAuthor id="671" name="晓  曲" initials="晓" lastIdx="1" clrIdx="0"/>
  <p:cmAuthor id="672" name="未知用户230" initials="未" lastIdx="3" clrIdx="1"/>
  <p:cmAuthor id="673" name="未知用户216" initials="未" lastIdx="1" clrIdx="0"/>
  <p:cmAuthor id="674" name="孟连磊" initials="孟" lastIdx="1" clrIdx="0"/>
  <p:cmAuthor id="675" name="覃龙峡" initials="覃" lastIdx="1" clrIdx="674"/>
  <p:cmAuthor id="676" name="未知的使用者177" initials="未" lastIdx="8" clrIdx="0"/>
  <p:cmAuthor id="677" name="yangxl222" initials="y" lastIdx="1" clrIdx="676"/>
  <p:cmAuthor id="678" name="zhoushiying1" initials="z" lastIdx="1" clrIdx="677"/>
  <p:cmAuthor id="679" name="wzy" initials="w" lastIdx="1" clrIdx="678"/>
  <p:cmAuthor id="680" name="黄鹏" initials="黄" lastIdx="1" clrIdx="679"/>
  <p:cmAuthor id="681" name="HUAWEI" initials="H" lastIdx="1" clrIdx="680"/>
  <p:cmAuthor id="682" name="未知用户332" initials="未" lastIdx="1" clrIdx="0"/>
  <p:cmAuthor id="683" name="单佳" initials="单" lastIdx="1" clrIdx="682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caoyy51" initials="c" lastIdx="1" clrIdx="687"/>
  <p:cmAuthor id="689" name="cy" initials="c" lastIdx="1" clrIdx="76"/>
  <p:cmAuthor id="690" name="白广慧" initials="白" lastIdx="1" clrIdx="689"/>
  <p:cmAuthor id="691" name="璇 安" initials="璇" lastIdx="9" clrIdx="85"/>
  <p:cmAuthor id="692" name="未知用户214" initials="未" lastIdx="2" clrIdx="0"/>
  <p:cmAuthor id="693" name="郭玉华" initials="郭" lastIdx="1" clrIdx="692"/>
  <p:cmAuthor id="694" name="杨庆友" initials="杨" lastIdx="1" clrIdx="693"/>
  <p:cmAuthor id="696" name="yesg" initials="y" lastIdx="1" clrIdx="0"/>
  <p:cmAuthor id="697" name="未知用户421" initials="未" lastIdx="1" clrIdx="0"/>
  <p:cmAuthor id="698" name="陳珮琪" initials="陳珮琪" lastIdx="1" clrIdx="188"/>
  <p:cmAuthor id="699" name="未知用户277" initials="未" lastIdx="1" clrIdx="1"/>
  <p:cmAuthor id="700" name="soling" initials="s" lastIdx="1" clrIdx="2"/>
  <p:cmAuthor id="701" name="李 骁" initials="李" lastIdx="1" clrIdx="0"/>
  <p:cmAuthor id="702" name="Tome" initials="T" lastIdx="1" clrIdx="85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0" name="Stacy Chiang" initials="S" lastIdx="2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cf" initials="c" lastIdx="2" clrIdx="69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2" name="未知用户276" initials="未" lastIdx="8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1124605820" name="李红" initials="李" lastIdx="1" clrIdx="692"/>
  <p:cmAuthor id="736" name="未知用户464" initials="未" lastIdx="1" clrIdx="0"/>
  <p:cmAuthor id="1124605821" name="碳酸 碳酸" initials="碳碳" lastIdx="1" clrIdx="824"/>
  <p:cmAuthor id="737" name="未知用户369" initials="未" lastIdx="1" clrIdx="0"/>
  <p:cmAuthor id="1124605822" name="于洋" initials="于" lastIdx="1" clrIdx="1124605821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29922660" name="杨强" initials="杨" lastIdx="0" clrIdx="0"/>
  <p:cmAuthor id="744" name="未知用户372" initials="未" lastIdx="1" clrIdx="0"/>
  <p:cmAuthor id="29922661" name="檀晟 陈" initials="檀晟" lastIdx="1" clrIdx="1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62110854" name="Steve" initials="S" lastIdx="1" clrIdx="372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441412215" name="tonghailan" initials="t" lastIdx="1126972" clrIdx="0"/>
  <p:cmAuthor id="355868184" name="刘亮" initials="刘" lastIdx="1" clrIdx="0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682438326" name="面包" initials="面" lastIdx="1" clrIdx="796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799" name="未知用户444" initials="未" lastIdx="6" clrIdx="0"/>
  <p:cmAuthor id="800" name="未知用户413" initials="未" lastIdx="1" clrIdx="1"/>
  <p:cmAuthor id="801" name="未知用户445" initials="未" lastIdx="1" clrIdx="0"/>
  <p:cmAuthor id="802" name="未知用户446" initials="未" lastIdx="1" clrIdx="0"/>
  <p:cmAuthor id="803" name="未知用户447" initials="未" lastIdx="1" clrIdx="0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79704533" name="张百峰" initials="张" lastIdx="1" clrIdx="884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8" clrIdx="545"/>
  <p:cmAuthor id="691587970" name="小延魔法师" initials="小" lastIdx="1126286" clrIdx="0"/>
  <p:cmAuthor id="823" name="77599" initials="7" lastIdx="1" clrIdx="822"/>
  <p:cmAuthor id="691587971" name="刘春杰10244342" initials="刘春杰10244342" lastIdx="1" clrIdx="41"/>
  <p:cmAuthor id="824" name="古颜松" initials="古" lastIdx="1" clrIdx="823"/>
  <p:cmAuthor id="691587972" name="li hui" initials="lh" lastIdx="1" clrIdx="50"/>
  <p:cmAuthor id="825" name="mc" initials="m" lastIdx="1" clrIdx="824"/>
  <p:cmAuthor id="691587973" name="未知用户1" initials="未知用户1" lastIdx="1" clrIdx="51"/>
  <p:cmAuthor id="826" name="86156" initials="8" lastIdx="1" clrIdx="825"/>
  <p:cmAuthor id="691587974" name="张雅欣" initials="张" lastIdx="1" clrIdx="52"/>
  <p:cmAuthor id="827" name="maosh" initials="m" lastIdx="1" clrIdx="826"/>
  <p:cmAuthor id="691587975" name="ZhengShilei" initials="Z" lastIdx="1" clrIdx="323"/>
  <p:cmAuthor id="691587976" name="8618608404186" initials="" lastIdx="1" clrIdx="634"/>
  <p:cmAuthor id="829" name="未知用户471" initials="未" lastIdx="1" clrIdx="0"/>
  <p:cmAuthor id="691587977" name="伟 刘" initials="伟刘" lastIdx="1" clrIdx="648"/>
  <p:cmAuthor id="830" name="未知用户472" initials="未" lastIdx="1" clrIdx="0"/>
  <p:cmAuthor id="691587978" name="恩智 刘" initials="恩刘" lastIdx="1" clrIdx="634"/>
  <p:cmAuthor id="831" name="xieyy25" initials="x" lastIdx="1" clrIdx="830"/>
  <p:cmAuthor id="691587979" name="裴建英" initials="裴" lastIdx="1" clrIdx="691587978"/>
  <p:cmAuthor id="832" name="黄鸿达" initials="黄" lastIdx="1" clrIdx="831"/>
  <p:cmAuthor id="834" name="杨晓明" initials="杨" lastIdx="1" clrIdx="833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zz" initials="z" lastIdx="1" clrIdx="835"/>
  <p:cmAuthor id="49837069" name="杨 贺春" initials="杨" lastIdx="1" clrIdx="81"/>
  <p:cmAuthor id="49837070" name="伟哥" initials="伟哥" lastIdx="1" clrIdx="138"/>
  <p:cmAuthor id="838" name="林泉" initials="林" lastIdx="1" clrIdx="837"/>
  <p:cmAuthor id="49837071" name="YY" initials="Y" lastIdx="1" clrIdx="176"/>
  <p:cmAuthor id="839" name="未知用户488" initials="未" lastIdx="10" clrIdx="0"/>
  <p:cmAuthor id="49837072" name="朗 月" initials="朗" lastIdx="3" clrIdx="208"/>
  <p:cmAuthor id="840" name="张博雅" initials="张" lastIdx="1" clrIdx="839"/>
  <p:cmAuthor id="991434852" name="姗SHAN" initials="姗" lastIdx="1" clrIdx="678"/>
  <p:cmAuthor id="841" name="闵容" initials="刘妍" lastIdx="2" clrIdx="840"/>
  <p:cmAuthor id="991434853" name="guant" initials="g" lastIdx="1" clrIdx="991434852"/>
  <p:cmAuthor id="842" name="刘文静" initials="刘" lastIdx="1" clrIdx="841"/>
  <p:cmAuthor id="991434854" name="任龙飞" initials="任" lastIdx="6" clrIdx="991434853"/>
  <p:cmAuthor id="843" name="10015046" initials="1" lastIdx="1" clrIdx="842"/>
  <p:cmAuthor id="844" name="未知用户480" initials="未" lastIdx="1" clrIdx="0"/>
  <p:cmAuthor id="257877136" name="烬飞默途" initials="烬" lastIdx="1" clrIdx="809"/>
  <p:cmAuthor id="845" name="未知用户481" initials="未" lastIdx="10" clrIdx="0"/>
  <p:cmAuthor id="846" name="未知用户271" initials="未" lastIdx="1" clrIdx="0"/>
  <p:cmAuthor id="847" name="未知用户388" initials="未" lastIdx="1" clrIdx="0"/>
  <p:cmAuthor id="273567702" name="孙雨琛" initials="孙" lastIdx="1" clrIdx="792"/>
  <p:cmAuthor id="848" name="未知用户484" initials="未" lastIdx="1" clrIdx="0"/>
  <p:cmAuthor id="849" name="未知用户224" initials="未" lastIdx="5" clrIdx="0"/>
  <p:cmAuthor id="850" name="未知用户486" initials="未" lastIdx="0" clrIdx="0"/>
  <p:cmAuthor id="853" name="胡乐信" initials="胡" lastIdx="8" clrIdx="852"/>
  <p:cmAuthor id="854" name="未知用户487" initials="未" lastIdx="0" clrIdx="0"/>
  <p:cmAuthor id="856" name="未知用户259" initials="未" lastIdx="1" clrIdx="0"/>
  <p:cmAuthor id="857" name="XIAN" initials="X" lastIdx="1" clrIdx="856"/>
  <p:cmAuthor id="858" name="shenyw18" initials="s" lastIdx="1" clrIdx="857"/>
  <p:cmAuthor id="859" name="huangyx39" initials="h" lastIdx="1" clrIdx="858"/>
  <p:cmAuthor id="860" name="wy" initials="w" lastIdx="1" clrIdx="859"/>
  <p:cmAuthor id="459956061" name="阿勇" initials="阿" lastIdx="2" clrIdx="873"/>
  <p:cmAuthor id="861" name="seki" initials="s" lastIdx="1" clrIdx="0"/>
  <p:cmAuthor id="862" name="韩纪元" initials="韩" lastIdx="1" clrIdx="861"/>
  <p:cmAuthor id="864" name="未知用户270" initials="未" lastIdx="1" clrIdx="0"/>
  <p:cmAuthor id="866" name="刘泽思" initials="刘" lastIdx="1" clrIdx="865"/>
  <p:cmAuthor id="868" name="俊呈 賴" initials="俊" lastIdx="1" clrIdx="87"/>
  <p:cmAuthor id="871" name="Nero" initials="N" lastIdx="2" clrIdx="0"/>
  <p:cmAuthor id="872" name="yifan song" initials="y" lastIdx="1" clrIdx="85"/>
  <p:cmAuthor id="873" name="吴萌" initials="吴" lastIdx="4" clrIdx="872"/>
  <p:cmAuthor id="874" name="00260515" initials="HRP" lastIdx="1" clrIdx="873"/>
  <p:cmAuthor id="875" name="v15194" initials="v" lastIdx="13" clrIdx="51"/>
  <p:cmAuthor id="876" name="莊安君" initials="莊" lastIdx="1" clrIdx="65"/>
  <p:cmAuthor id="877" name="ADMIN" initials="A" lastIdx="1" clrIdx="876"/>
  <p:cmAuthor id="878" name="杨岚 00340308" initials="0" lastIdx="2" clrIdx="877"/>
  <p:cmAuthor id="879" name="陳建璋" initials="陳" lastIdx="2" clrIdx="85"/>
  <p:cmAuthor id="880" name="建璋" initials="建" lastIdx="1" clrIdx="86"/>
  <p:cmAuthor id="881" name="王皓天" initials="A" lastIdx="1" clrIdx="880"/>
  <p:cmAuthor id="826773664" name="marmot" initials="m" lastIdx="1" clrIdx="667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未知用户241" initials="未" lastIdx="0" clrIdx="1"/>
  <p:cmAuthor id="888" name="未知用户242" initials="未" lastIdx="3" clrIdx="0"/>
  <p:cmAuthor id="889" name="10024885" initials="1" lastIdx="2" clrIdx="888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893" name="10322559" initials="1" lastIdx="1" clrIdx="892"/>
  <p:cmAuthor id="234495212" name="DDDDD" initials="D" lastIdx="1" clrIdx="806"/>
  <p:cmAuthor id="894" name="未知用户302" initials="未" lastIdx="1" clrIdx="0"/>
  <p:cmAuthor id="895" name="10009993" initials="1" lastIdx="1" clrIdx="894"/>
  <p:cmAuthor id="896" name="10161768" initials="1" lastIdx="1" clrIdx="895"/>
  <p:cmAuthor id="897" name="10023731" initials="1" lastIdx="1" clrIdx="896"/>
  <p:cmAuthor id="898" name="許詩婕" initials="許" lastIdx="1" clrIdx="1"/>
  <p:cmAuthor id="899" name="00158845" initials="0" lastIdx="1" clrIdx="898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47245819" name="群智集" initials="群" lastIdx="0" clrIdx="0"/>
  <p:cmAuthor id="904" name="Zhu, Hawk" initials="Z" lastIdx="1" clrIdx="0"/>
  <p:cmAuthor id="47245820" name="Windows 用户" initials="W用" lastIdx="1" clrIdx="16"/>
  <p:cmAuthor id="905" name="tanjp" initials="t" lastIdx="0" clrIdx="491"/>
  <p:cmAuthor id="47245821" name="宋玉坤" initials="W用" lastIdx="1" clrIdx="24"/>
  <p:cmAuthor id="906" name="YS" initials="Y" lastIdx="1" clrIdx="86"/>
  <p:cmAuthor id="47245822" name="晓琳 李" initials="晓琳" lastIdx="1" clrIdx="40"/>
  <p:cmAuthor id="47245823" name="刘海娜|liuhaina" initials="W用" lastIdx="1" clrIdx="36"/>
  <p:cmAuthor id="907" name="10011306" initials="1" lastIdx="1" clrIdx="906"/>
  <p:cmAuthor id="908" name="10285279" initials="1" lastIdx="1" clrIdx="907"/>
  <p:cmAuthor id="47245824" name="goforever814" initials="g" lastIdx="1" clrIdx="34"/>
  <p:cmAuthor id="47245825" name="艾启明" initials="A" lastIdx="3" clrIdx="39"/>
  <p:cmAuthor id="909" name="10081076" initials="1" lastIdx="1" clrIdx="908"/>
  <p:cmAuthor id="910" name="Jdi" initials="J" lastIdx="0" clrIdx="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5" name="linjs26" initials="l" lastIdx="2" clrIdx="924"/>
  <p:cmAuthor id="926" name="Rex" initials="R" lastIdx="0" clrIdx="0"/>
  <p:cmAuthor id="930" name="李楠10204198" initials="李" lastIdx="2" clrIdx="395"/>
  <p:cmAuthor id="931" name="董艺萱00344473" initials="董" lastIdx="11" clrIdx="924"/>
  <p:cmAuthor id="932" name="梁倩业" initials="梁" lastIdx="4" clrIdx="682"/>
  <p:cmAuthor id="241183969" name="八步" initials="八" lastIdx="1" clrIdx="21"/>
  <p:cmAuthor id="938" name="刘清照" initials="刘" lastIdx="1" clrIdx="937"/>
  <p:cmAuthor id="940" name="10329322" initials="1" lastIdx="1" clrIdx="939"/>
  <p:cmAuthor id="941" name="00159163" initials="0" lastIdx="1" clrIdx="940"/>
  <p:cmAuthor id="942" name="孙 笑庆" initials="孙" lastIdx="3" clrIdx="16"/>
  <p:cmAuthor id="943" name="10074613" initials="1" lastIdx="1" clrIdx="942"/>
  <p:cmAuthor id="944" name="XuFeng" initials="XF" lastIdx="1" clrIdx="943"/>
  <p:cmAuthor id="947" name="赵静" initials="赵" lastIdx="1" clrIdx="946"/>
  <p:cmAuthor id="949" name="10187976@zte.intra" initials="1" lastIdx="2" clrIdx="948"/>
  <p:cmAuthor id="953" name="10078316" initials="1" lastIdx="1" clrIdx="952"/>
  <p:cmAuthor id="955" name="陈豪" initials="陈" lastIdx="1" clrIdx="954"/>
  <p:cmAuthor id="960" name="10245120" initials="1" lastIdx="1" clrIdx="959"/>
  <p:cmAuthor id="965" name="王燕" initials="王" lastIdx="1" clrIdx="876"/>
  <p:cmAuthor id="617885885" name="类" initials="类" lastIdx="1" clrIdx="671"/>
  <p:cmAuthor id="972" name="10226012" initials="1" lastIdx="1" clrIdx="971"/>
  <p:cmAuthor id="2000" name="梁亚栋" initials="authorId_233440905" lastIdx="776053" clrIdx="0"/>
  <p:cmAuthor id="2001" name=" " initials="" lastIdx="1" clrIdx="6"/>
  <p:cmAuthor id="2002" name="song manyi" initials="sm" lastIdx="4" clrIdx="19"/>
  <p:cmAuthor id="2003" name="梁鹏" initials="u" lastIdx="1" clrIdx="35"/>
  <p:cmAuthor id="2004" name="范 斌" initials="范" lastIdx="1" clrIdx="36"/>
  <p:cmAuthor id="2005" name="毕邺" initials="党委办公室" lastIdx="2" clrIdx="37"/>
  <p:cmAuthor id="2006" name="jiaru tiger" initials="jt" lastIdx="2" clrIdx="38"/>
  <p:cmAuthor id="210492765" name="施普希（菜菜）" initials="施" lastIdx="0" clrIdx="0"/>
  <p:cmAuthor id="210492766" name="yu 1" initials="y1" lastIdx="1" clrIdx="19"/>
  <p:cmAuthor id="210492767" name="李 嘉" initials="李" lastIdx="1" clrIdx="26"/>
  <p:cmAuthor id="210492768" name="gus9@chinaunicom.cn" initials="g" lastIdx="4" clrIdx="27"/>
  <p:cmAuthor id="432904818" name="Endless" initials="E" lastIdx="1" clrIdx="837"/>
  <p:cmAuthor id="1597137793" name="HY" initials="H" lastIdx="1" clrIdx="680"/>
  <p:cmAuthor id="213210457" name="SuYan" initials="S" lastIdx="2" clrIdx="812"/>
  <p:cmAuthor id="197949914" name="草长莺飞" initials="草" lastIdx="4" clrIdx="848"/>
  <p:cmAuthor id="1108" name="Juan Li(联通集团联通系统集成有限公司本部)" initials="JL" lastIdx="0" clrIdx="1107"/>
  <p:cmAuthor id="1109" name="ThinkPad" initials="T" lastIdx="0" clrIdx="1108"/>
  <p:cmAuthor id="1110" name="陈虹旭" initials="陈" lastIdx="0" clrIdx="1109"/>
  <p:cmAuthor id="1111" name="zte" initials="z" lastIdx="0" clrIdx="1110"/>
  <p:cmAuthor id="1112" name="10222520" initials="1" lastIdx="0" clrIdx="1111"/>
  <p:cmAuthor id="1113" name="00070164" initials="0" lastIdx="0" clrIdx="1112"/>
  <p:cmAuthor id="1114" name="00006891" initials="0" lastIdx="0" clrIdx="1113"/>
  <p:cmAuthor id="1115" name="熊先奎10009191" initials="熊" lastIdx="0" clrIdx="1114"/>
  <p:cmAuthor id="1116" name="Mingming Cai" initials="M" lastIdx="0" clrIdx="1115"/>
  <p:cmAuthor id="1117" name="bokite" initials="b" lastIdx="0" clrIdx="1116"/>
  <p:cmAuthor id="1118" name="zhouwd" initials="z" lastIdx="0" clrIdx="1117"/>
  <p:cmAuthor id="1119" name="欧 阳" initials="欧" lastIdx="0" clrIdx="1118"/>
  <p:cmAuthor id="1120" name="张志海" initials="张" lastIdx="0" clrIdx="1119"/>
  <p:cmAuthor id="1121" name="李洁瑾" initials="李" lastIdx="0" clrIdx="1120"/>
  <p:cmAuthor id="1122" name="Peit Hu" initials="T" lastIdx="0" clrIdx="1121"/>
  <p:cmAuthor id="1123" name="郑 莉君" initials="郑" lastIdx="0" clrIdx="1122"/>
  <p:cmAuthor id="1124" name="ljm" initials="l" lastIdx="0" clrIdx="1123"/>
  <p:cmAuthor id="1125" name="曾思祖" initials="J" lastIdx="0" clrIdx="11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0000"/>
    <a:srgbClr val="FF0000"/>
    <a:srgbClr val="E20128"/>
    <a:srgbClr val="F2F2F2"/>
    <a:srgbClr val="FBE5D6"/>
    <a:srgbClr val="FFF2CC"/>
    <a:srgbClr val="DEEBF7"/>
    <a:srgbClr val="FCE4D6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8" autoAdjust="0"/>
    <p:restoredTop sz="95405" autoAdjust="0"/>
  </p:normalViewPr>
  <p:slideViewPr>
    <p:cSldViewPr snapToGrid="0" showGuides="1">
      <p:cViewPr varScale="1">
        <p:scale>
          <a:sx n="84" d="100"/>
          <a:sy n="84" d="100"/>
        </p:scale>
        <p:origin x="701" y="72"/>
      </p:cViewPr>
      <p:guideLst>
        <p:guide pos="3778"/>
        <p:guide orient="horz" pos="2528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2AFB2-1674-472F-B099-DBB1172A9D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6758D-93C6-4EDE-9669-CA56503810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8A5E3-16AB-43B0-82E4-805ED4F54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3224" y="228600"/>
            <a:ext cx="2081446" cy="612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1510291" y="2820980"/>
            <a:ext cx="0" cy="2995235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zh-CN" altLang="en-US" sz="1865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1914" y="548640"/>
            <a:ext cx="3406140" cy="10024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" y="840105"/>
            <a:ext cx="11608435" cy="5748655"/>
          </a:xfrm>
          <a:prstGeom prst="rect">
            <a:avLst/>
          </a:prstGeom>
        </p:spPr>
        <p:txBody>
          <a:bodyPr/>
          <a:lstStyle>
            <a:lvl1pPr marL="271780" indent="-271780" algn="just" eaLnBrk="1" fontAlgn="base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29285" indent="-171450" algn="just" eaLnBrk="1" fontAlgn="base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00760" indent="-86995" algn="just" eaLnBrk="1" fontAlgn="base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Arial" panose="02080604020202020204" pitchFamily="34" charset="0"/>
              <a:buChar char="•"/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单击此处编辑内容</a:t>
            </a:r>
            <a:endParaRPr lang="en-US" altLang="zh-CN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en-US" altLang="zh-CN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11430" y="580235"/>
            <a:ext cx="12168000" cy="25996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50" y="213360"/>
            <a:ext cx="1558261" cy="458543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24485" y="225425"/>
            <a:ext cx="10051415" cy="46037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标题样式</a:t>
            </a:r>
            <a:endParaRPr lang="zh-CN" altLang="en-US" dirty="0"/>
          </a:p>
        </p:txBody>
      </p:sp>
      <p:sp>
        <p:nvSpPr>
          <p:cNvPr id="3" name="灯片编号占位符 3"/>
          <p:cNvSpPr txBox="1"/>
          <p:nvPr userDrawn="1"/>
        </p:nvSpPr>
        <p:spPr>
          <a:xfrm>
            <a:off x="11591925" y="6504640"/>
            <a:ext cx="610703" cy="34924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fld id="{FD41186F-A29A-412E-BF7F-730CFF5122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459105"/>
            <a:ext cx="12192000" cy="3816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50" y="213360"/>
            <a:ext cx="1558261" cy="458543"/>
          </a:xfrm>
          <a:prstGeom prst="rect">
            <a:avLst/>
          </a:prstGeom>
        </p:spPr>
      </p:pic>
      <p:sp>
        <p:nvSpPr>
          <p:cNvPr id="5" name="灯片编号占位符 3"/>
          <p:cNvSpPr txBox="1"/>
          <p:nvPr userDrawn="1"/>
        </p:nvSpPr>
        <p:spPr>
          <a:xfrm>
            <a:off x="11591925" y="6504640"/>
            <a:ext cx="610703" cy="34924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41186F-A29A-412E-BF7F-730CFF5122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正文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639" y="126218"/>
            <a:ext cx="1695238" cy="98820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398" y="526290"/>
            <a:ext cx="1491721" cy="438023"/>
          </a:xfrm>
          <a:prstGeom prst="rect">
            <a:avLst/>
          </a:prstGeom>
        </p:spPr>
      </p:pic>
      <p:sp>
        <p:nvSpPr>
          <p:cNvPr id="5" name="灯片编号占位符 3"/>
          <p:cNvSpPr txBox="1"/>
          <p:nvPr userDrawn="1"/>
        </p:nvSpPr>
        <p:spPr>
          <a:xfrm>
            <a:off x="11622395" y="6531535"/>
            <a:ext cx="526443" cy="34924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CN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6C7CBA4-4C01-4950-AE2D-E5F5BD65CE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D4557-A9A3-4E1C-AE67-A4E0C75435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2E784-F8D1-4FF5-93ED-7BF86B904A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510291" y="2820980"/>
            <a:ext cx="0" cy="2995235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001571" y="5049417"/>
            <a:ext cx="2104813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1219200" rtl="0" eaLnBrk="1" fontAlgn="ctr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2026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年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4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月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8111914" y="548640"/>
            <a:ext cx="3406140" cy="100245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92935" y="2915920"/>
            <a:ext cx="854583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中国联通品牌使用规范整改方案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ext Box 7"/>
          <p:cNvSpPr txBox="1"/>
          <p:nvPr/>
        </p:nvSpPr>
        <p:spPr>
          <a:xfrm>
            <a:off x="2096135" y="4370070"/>
            <a:ext cx="8446770" cy="394335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>
              <a:lnSpc>
                <a:spcPct val="110000"/>
              </a:lnSpc>
              <a:spcBef>
                <a:spcPts val="1300"/>
              </a:spcBef>
              <a:defRPr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sz="1800" dirty="0"/>
              <a:t>市场部</a:t>
            </a:r>
            <a:endParaRPr lang="zh-CN" sz="18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8"/>
          <p:cNvSpPr txBox="1"/>
          <p:nvPr/>
        </p:nvSpPr>
        <p:spPr>
          <a:xfrm>
            <a:off x="0" y="329549"/>
            <a:ext cx="10375900" cy="460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107950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目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录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630170" y="2259775"/>
            <a:ext cx="6694170" cy="503555"/>
            <a:chOff x="4060" y="3957"/>
            <a:chExt cx="10542" cy="866"/>
          </a:xfrm>
          <a:solidFill>
            <a:srgbClr val="C00000"/>
          </a:solidFill>
        </p:grpSpPr>
        <p:sp>
          <p:nvSpPr>
            <p:cNvPr id="13" name="矩形 12"/>
            <p:cNvSpPr/>
            <p:nvPr/>
          </p:nvSpPr>
          <p:spPr bwMode="auto">
            <a:xfrm>
              <a:off x="4060" y="3973"/>
              <a:ext cx="1144" cy="850"/>
            </a:xfrm>
            <a:prstGeom prst="rect">
              <a:avLst/>
            </a:prstGeom>
            <a:solidFill>
              <a:srgbClr val="E20128"/>
            </a:solidFill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/>
                </a:rPr>
                <a:t>一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/>
              </a:endParaRPr>
            </a:p>
          </p:txBody>
        </p:sp>
        <p:sp>
          <p:nvSpPr>
            <p:cNvPr id="14" name="îṩḷîḋê"/>
            <p:cNvSpPr/>
            <p:nvPr/>
          </p:nvSpPr>
          <p:spPr bwMode="auto">
            <a:xfrm>
              <a:off x="5758" y="3957"/>
              <a:ext cx="8844" cy="850"/>
            </a:xfrm>
            <a:prstGeom prst="rect">
              <a:avLst/>
            </a:prstGeom>
            <a:solidFill>
              <a:srgbClr val="E20128"/>
            </a:solidFill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现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状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和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目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标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611120" y="3210370"/>
            <a:ext cx="6694170" cy="503555"/>
            <a:chOff x="4060" y="3957"/>
            <a:chExt cx="10542" cy="866"/>
          </a:xfrm>
          <a:solidFill>
            <a:srgbClr val="C00000"/>
          </a:solidFill>
        </p:grpSpPr>
        <p:sp>
          <p:nvSpPr>
            <p:cNvPr id="3" name="矩形 2"/>
            <p:cNvSpPr/>
            <p:nvPr/>
          </p:nvSpPr>
          <p:spPr bwMode="auto">
            <a:xfrm>
              <a:off x="4060" y="3973"/>
              <a:ext cx="1144" cy="8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/>
                </a:rPr>
                <a:t>二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/>
              </a:endParaRPr>
            </a:p>
          </p:txBody>
        </p:sp>
        <p:sp>
          <p:nvSpPr>
            <p:cNvPr id="5" name="îṩḷîḋê"/>
            <p:cNvSpPr/>
            <p:nvPr/>
          </p:nvSpPr>
          <p:spPr bwMode="auto">
            <a:xfrm>
              <a:off x="5758" y="3957"/>
              <a:ext cx="8844" cy="8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摸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排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情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况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和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整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改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举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措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617470" y="4160965"/>
            <a:ext cx="6694170" cy="503555"/>
            <a:chOff x="4060" y="3957"/>
            <a:chExt cx="10542" cy="866"/>
          </a:xfrm>
          <a:solidFill>
            <a:srgbClr val="C00000"/>
          </a:solidFill>
        </p:grpSpPr>
        <p:sp>
          <p:nvSpPr>
            <p:cNvPr id="6" name="矩形 5"/>
            <p:cNvSpPr/>
            <p:nvPr/>
          </p:nvSpPr>
          <p:spPr bwMode="auto">
            <a:xfrm>
              <a:off x="4060" y="3973"/>
              <a:ext cx="1144" cy="8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/>
                </a:rPr>
                <a:t>三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/>
              </a:endParaRPr>
            </a:p>
          </p:txBody>
        </p:sp>
        <p:sp>
          <p:nvSpPr>
            <p:cNvPr id="7" name="îṩḷîḋê"/>
            <p:cNvSpPr/>
            <p:nvPr/>
          </p:nvSpPr>
          <p:spPr bwMode="auto">
            <a:xfrm>
              <a:off x="5758" y="3957"/>
              <a:ext cx="8844" cy="8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省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内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作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安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排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8"/>
          <p:cNvSpPr txBox="1"/>
          <p:nvPr/>
        </p:nvSpPr>
        <p:spPr>
          <a:xfrm>
            <a:off x="0" y="329549"/>
            <a:ext cx="10375900" cy="460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107950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1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现状和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目标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95270" y="2907665"/>
            <a:ext cx="61099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守正创新</a:t>
            </a:r>
            <a:r>
              <a:rPr lang="en-US" altLang="zh-CN" sz="4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行稳致远</a:t>
            </a:r>
            <a:endParaRPr lang="zh-CN" altLang="en-US" sz="4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solidFill>
            <a:schemeClr val="bg1">
              <a:lumMod val="85000"/>
            </a:schemeClr>
          </a:solidFill>
          <a:prstDash val="solid"/>
        </a:ln>
      </a:spPr>
      <a:bodyPr wrap="square" rtlCol="0" anchor="ctr" anchorCtr="1">
        <a:noAutofit/>
      </a:bodyPr>
      <a:lstStyle>
        <a:defPPr marL="0" lvl="1" indent="-171450" algn="just" fontAlgn="auto">
          <a:lnSpc>
            <a:spcPct val="100000"/>
          </a:lnSpc>
          <a:spcBef>
            <a:spcPts val="0"/>
          </a:spcBef>
          <a:spcAft>
            <a:spcPts val="600"/>
          </a:spcAft>
          <a:buClr>
            <a:srgbClr val="C00000"/>
          </a:buClr>
          <a:buSzTx/>
          <a:buFont typeface="Arial" panose="02080604020202020204" pitchFamily="34" charset="0"/>
          <a:buChar char="•"/>
          <a:defRPr lang="zh-CN" altLang="en-US" sz="1600" dirty="0">
            <a:solidFill>
              <a:schemeClr val="tx1">
                <a:lumMod val="95000"/>
                <a:lumOff val="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WPS 演示</Application>
  <PresentationFormat>宽屏</PresentationFormat>
  <Paragraphs>24</Paragraphs>
  <Slides>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宋体</vt:lpstr>
      <vt:lpstr>Wingdings</vt:lpstr>
      <vt:lpstr>DejaVu Sans</vt:lpstr>
      <vt:lpstr>微软雅黑</vt:lpstr>
      <vt:lpstr>方正黑体_GBK</vt:lpstr>
      <vt:lpstr>MathJax_Vector</vt:lpstr>
      <vt:lpstr>Calibri</vt:lpstr>
      <vt:lpstr>方正书宋_GBK</vt:lpstr>
      <vt:lpstr>Wingdings</vt:lpstr>
      <vt:lpstr>华文中宋</vt:lpstr>
      <vt:lpstr>宋体</vt:lpstr>
      <vt:lpstr>等线</vt:lpstr>
      <vt:lpstr>C059</vt:lpstr>
      <vt:lpstr>Arial Unicode MS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8618608404186</dc:creator>
  <cp:lastModifiedBy>李映之</cp:lastModifiedBy>
  <cp:revision>1042</cp:revision>
  <cp:lastPrinted>2026-05-07T07:12:22Z</cp:lastPrinted>
  <dcterms:created xsi:type="dcterms:W3CDTF">2026-05-07T07:12:22Z</dcterms:created>
  <dcterms:modified xsi:type="dcterms:W3CDTF">2026-05-07T07:12:22Z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E0321D864B018FC1563BFC69AC24F27A</vt:lpwstr>
  </property>
  <property fmtid="{D5CDD505-2E9C-101B-9397-08002B2CF9AE}" pid="3" name="KSOProductBuildVer">
    <vt:lpwstr>2052-11.8.2.12185</vt:lpwstr>
  </property>
</Properties>
</file>